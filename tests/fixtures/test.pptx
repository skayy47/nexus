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Financial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1.2M, Expenses: 0.9M, Net: 0.3M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Atlas: Complete Q4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